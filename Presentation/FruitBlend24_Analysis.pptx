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0" dt="2026-10-06T13:08:21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B04AE-6AC6-4310-A070-9A10E8C89FAC}" type="datetimeFigureOut">
              <a:t>06/10/69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D5C10-2B80-453C-8C7B-F7E4BE3B519D}" type="slidenum"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66404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73152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Management Analysis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BBF7D0"/>
                </a:solidFill>
                <a:latin typeface="Calibri"/>
                <a:ea typeface="Calibri"/>
                <a:cs typeface="Calibri"/>
              </a:rPr>
              <a:t>Data Analyst Intern Case Study by </a:t>
            </a:r>
            <a:r>
              <a:rPr lang="en-US" sz="1600" dirty="0" err="1">
                <a:solidFill>
                  <a:srgbClr val="BBF7D0"/>
                </a:solidFill>
                <a:latin typeface="Calibri"/>
                <a:ea typeface="Calibri"/>
                <a:cs typeface="Calibri"/>
              </a:rPr>
              <a:t>Thawanhathai</a:t>
            </a:r>
            <a:r>
              <a:rPr lang="en-US" sz="1600" dirty="0">
                <a:solidFill>
                  <a:srgbClr val="BBF7D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BBF7D0"/>
                </a:solidFill>
                <a:latin typeface="Calibri"/>
                <a:ea typeface="Calibri"/>
                <a:cs typeface="Calibri"/>
              </a:rPr>
              <a:t>Laonark</a:t>
            </a:r>
            <a:endParaRPr lang="en-US" sz="1600" dirty="0" err="1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kitchens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platforms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profit · inventory · waste ·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· DATA PREPARATION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Quality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 | Revenue Management Analysis  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44168"/>
            <a:ext cx="54864" cy="4206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44168"/>
            <a:ext cx="54864" cy="4206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promo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89320" y="12344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1344168"/>
            <a:ext cx="54864" cy="4206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cost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01168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121408"/>
            <a:ext cx="54864" cy="4206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201168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121408"/>
            <a:ext cx="54864" cy="4206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89320" y="201168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2121408"/>
            <a:ext cx="54864" cy="4206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assumptions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28803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(Pandas): validate · standardize SKUs · map codes · combine · build P&amp;L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429000"/>
            <a:ext cx="1408176" cy="73152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3429000"/>
            <a:ext cx="14081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11096" y="34290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185416" y="3429000"/>
            <a:ext cx="1408176" cy="73152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85416" y="3429000"/>
            <a:ext cx="14081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Transform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593592" y="34290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3867912" y="3429000"/>
            <a:ext cx="1408176" cy="73152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67912" y="3429000"/>
            <a:ext cx="14081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 Model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4290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550408" y="3429000"/>
            <a:ext cx="1408176" cy="73152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50408" y="3429000"/>
            <a:ext cx="14081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958584" y="34290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232904" y="3429000"/>
            <a:ext cx="1408176" cy="73152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32904" y="3429000"/>
            <a:ext cx="14081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OVERVIEW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Profitability Overview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 | Revenue Management Analysis    3</a:t>
            </a:r>
            <a:endParaRPr lang="en-US" sz="900" dirty="0"/>
          </a:p>
        </p:txBody>
      </p:sp>
      <p:pic>
        <p:nvPicPr>
          <p:cNvPr id="6" name="Image 0" descr="/home/claude/c/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5394960" cy="30266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172200" y="12344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29.95M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12344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9202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−64.55K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19202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2606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−0.22%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2606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32918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593K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32918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397764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4087368"/>
            <a:ext cx="54864" cy="420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5508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revenue, thin margin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PROFITABILITY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Model Construction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 | Revenue Management Analysis    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EEF5F0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148840"/>
            <a:ext cx="1508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Platform Commission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214884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EEF5F0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2148840"/>
            <a:ext cx="1508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Fruit 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4760" y="214884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EEF5F0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2148840"/>
            <a:ext cx="1508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Packaging Cost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14884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EEF5F0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0680" y="2148840"/>
            <a:ext cx="1508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Labor Cost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214884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EEF5F0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6600" y="2148840"/>
            <a:ext cx="1508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Kitchen Overhead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1089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Net Profit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0233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kitchens profit  ·  Which products create value  ·  Where to cut cost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KITCHENS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Performance Insight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 | Revenue Management Analysis   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44168"/>
            <a:ext cx="54864" cy="83210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Pattaya_Central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733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+0.45M net profit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344168"/>
            <a:ext cx="54864" cy="83210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Pattaya_Beach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6733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+0.41M net profit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344168"/>
            <a:ext cx="54864" cy="8321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BKK_Sukhumvit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6733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−0.42M net profit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344168"/>
            <a:ext cx="54864" cy="8321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BKK_Ladprao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16733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−0.50M net profit</a:t>
            </a:r>
            <a:endParaRPr lang="en-US" sz="1200" dirty="0"/>
          </a:p>
        </p:txBody>
      </p:sp>
      <p:pic>
        <p:nvPicPr>
          <p:cNvPr id="22" name="Image 0" descr="/home/claude/c/kit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68880"/>
            <a:ext cx="4297680" cy="149047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029200" y="246888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0" y="2578608"/>
            <a:ext cx="54864" cy="18379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212080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optimize Bangkok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212080" y="2907792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mix improvement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allocation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40690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by kitchen (approx., read from dashboard)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· WASTE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Analysis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 | Revenue Management Analysis    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330.9K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188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Berry Premium waste cost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39% of 855.8K total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lost per wasted unit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(Watermelon: 13.7)</a:t>
            </a:r>
            <a:endParaRPr lang="en-US" sz="1200" dirty="0"/>
          </a:p>
        </p:txBody>
      </p:sp>
      <p:pic>
        <p:nvPicPr>
          <p:cNvPr id="10" name="Image 0" descr="/home/claude/c/waste_sk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234440"/>
            <a:ext cx="4709160" cy="18470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3337560"/>
            <a:ext cx="8138160" cy="1234440"/>
          </a:xfrm>
          <a:prstGeom prst="roundRect">
            <a:avLst>
              <a:gd name="adj" fmla="val 5926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447288"/>
            <a:ext cx="54864" cy="10149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429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manage premium SKUs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77647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purchase quantity   ·   Improve demand forecasting   ·   Review product pricing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· INVENTORY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 | Revenue Management Analysis    7</a:t>
            </a:r>
            <a:endParaRPr lang="en-US" sz="900" dirty="0"/>
          </a:p>
        </p:txBody>
      </p:sp>
      <p:pic>
        <p:nvPicPr>
          <p:cNvPr id="6" name="Image 0" descr="/home/claude/c/st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3931920" cy="1673352"/>
          </a:xfrm>
          <a:prstGeom prst="rect">
            <a:avLst/>
          </a:prstGeom>
        </p:spPr>
      </p:pic>
      <p:pic>
        <p:nvPicPr>
          <p:cNvPr id="7" name="Image 1" descr="/home/claude/c/dem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188720"/>
            <a:ext cx="3931920" cy="1828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315468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02920" y="3264408"/>
            <a:ext cx="54864" cy="6492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Watermelon · ≈4.8K units / 7 days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demand → highest safety stock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09160" y="315468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09160" y="3264408"/>
            <a:ext cx="54864" cy="6492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920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Berry · ≈0.5K units / 7 days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stock → tight control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Demand-based ordering  +  Safety stock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· FORECAST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Forecast &amp; Planning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 | Revenue Management Analysis    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6.53M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revenue (Sep–Nov)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965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−297.07K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1965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net profit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697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−4.55%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697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margin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630168"/>
            <a:ext cx="54864" cy="8321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widens vs history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9593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−0.22% → −4.55%. Only Pattaya kitchens stay positive.</a:t>
            </a:r>
            <a:endParaRPr lang="en-US" sz="1200" dirty="0"/>
          </a:p>
        </p:txBody>
      </p:sp>
      <p:pic>
        <p:nvPicPr>
          <p:cNvPr id="16" name="Image 0" descr="/home/claude/c/f_k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34440"/>
            <a:ext cx="3931920" cy="1517904"/>
          </a:xfrm>
          <a:prstGeom prst="rect">
            <a:avLst/>
          </a:prstGeom>
        </p:spPr>
      </p:pic>
      <p:pic>
        <p:nvPicPr>
          <p:cNvPr id="17" name="Image 1" descr="/home/claude/c/f_b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926080"/>
            <a:ext cx="3931920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· RECOMMENDATIONS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 | Revenue Management Analysis   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89888"/>
            <a:ext cx="54864" cy="29809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Pricing Strategy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19072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premium pricing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cost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impact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389888"/>
            <a:ext cx="54864" cy="298094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Portfolio Optimization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719072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weak kitchens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unnecessary opex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menu mix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efficiency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89888"/>
            <a:ext cx="54864" cy="298094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Inventory Strategy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719072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Demand-based planning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stock for high demand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overstock &amp; waste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purchasing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· TOOLS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 | Revenue Management Analysis   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44168"/>
            <a:ext cx="54864" cy="160934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73352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calculation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344168"/>
            <a:ext cx="54864" cy="16093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73352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monitoring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visualization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56616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35661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606040" y="3566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06040" y="356616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35661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09160" y="3566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356616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5661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12280" y="3566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356616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· NEXT STEPS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Exploration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 | Revenue Management Analysis   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89888"/>
            <a:ext cx="54864" cy="215798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19072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behavior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389888"/>
            <a:ext cx="54864" cy="215798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Analytics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719072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effectiveness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89888"/>
            <a:ext cx="54864" cy="21579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Forecasting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719072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 model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FruitBlend24 can improve profitability by: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E6B3F"/>
          </a:solidFill>
          <a:ln w="12700">
            <a:solidFill>
              <a:srgbClr val="1E6B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288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kitchen operations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E6B3F"/>
          </a:solidFill>
          <a:ln w="12700">
            <a:solidFill>
              <a:srgbClr val="1E6B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8288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waste from high-cost products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E6B3F"/>
          </a:solidFill>
          <a:ln w="12700">
            <a:solidFill>
              <a:srgbClr val="1E6B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246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inventory planning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80560" y="310896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E6B3F"/>
          </a:solidFill>
          <a:ln w="12700">
            <a:solidFill>
              <a:srgbClr val="1E6B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3246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pricing &amp; portfolio decisions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นำเสนอทางหน้าจอ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12</vt:i4>
      </vt:variant>
    </vt:vector>
  </HeadingPairs>
  <TitlesOfParts>
    <vt:vector size="13" baseType="lpstr"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6</cp:revision>
  <dcterms:created xsi:type="dcterms:W3CDTF">2026-10-06T13:05:04Z</dcterms:created>
  <dcterms:modified xsi:type="dcterms:W3CDTF">2026-10-06T13:08:37Z</dcterms:modified>
</cp:coreProperties>
</file>